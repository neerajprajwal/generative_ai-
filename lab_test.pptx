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Futura Bold" charset="1" panose="020B0702020204020203"/>
      <p:regular r:id="rId11"/>
    </p:embeddedFont>
    <p:embeddedFont>
      <p:font typeface="Varela Round" charset="1" panose="000005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9529" y="1274613"/>
            <a:ext cx="12988941" cy="145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6"/>
              </a:lnSpc>
            </a:pPr>
            <a:r>
              <a:rPr lang="en-US" b="true" sz="5681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5.1 AI-BASED DATA PROCESSING USING STARCODER2-3B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79749" y="7496661"/>
            <a:ext cx="7328502" cy="960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Presented by Neeraj Prajwal B R</a:t>
            </a:r>
          </a:p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(1BY23AI092)  (Qs : 5.1)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38103" y="3851803"/>
            <a:ext cx="14211795" cy="282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Junior developers often spend time writing repetitive data-processing code manually. This project uses the StarCoder2-3B model to automatically generate Python functions from natural language instructions. The generated code reads transaction data from a CSV file, filters transactions above ₹10000, and produces summary results along with a filtered output CSV file.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09199" y="3224328"/>
            <a:ext cx="8869602" cy="56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2"/>
              </a:lnSpc>
            </a:pPr>
            <a:r>
              <a:rPr lang="en-US" b="true" sz="3879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SCENARIO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7565" y="706347"/>
            <a:ext cx="13572870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</a:pPr>
            <a:r>
              <a:rPr lang="en-US" b="true" sz="6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PROJECT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7919" y="1738369"/>
            <a:ext cx="10372163" cy="854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Objective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 build an AI-assisted coding system using StarCoder2-3B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Generate Python functions from natural language instructions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Perform transaction data analysis on CSV files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Technologies Used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Python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Transformers Library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StarCoder2-3B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Pandas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Google Colab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Workflow</a:t>
            </a:r>
          </a:p>
          <a:p>
            <a:pPr algn="l" marL="497477" indent="-248738" lvl="1">
              <a:lnSpc>
                <a:spcPts val="3225"/>
              </a:lnSpc>
              <a:buAutoNum type="arabicPeriod" startAt="1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User gives natural language task</a:t>
            </a:r>
          </a:p>
          <a:p>
            <a:pPr algn="l" marL="497477" indent="-248738" lvl="1">
              <a:lnSpc>
                <a:spcPts val="3225"/>
              </a:lnSpc>
              <a:buAutoNum type="arabicPeriod" startAt="1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StarCoder generates Python code</a:t>
            </a:r>
          </a:p>
          <a:p>
            <a:pPr algn="l" marL="497477" indent="-248738" lvl="1">
              <a:lnSpc>
                <a:spcPts val="3225"/>
              </a:lnSpc>
              <a:buAutoNum type="arabicPeriod" startAt="1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CSV data is processed</a:t>
            </a:r>
          </a:p>
          <a:p>
            <a:pPr algn="l" marL="497477" indent="-248738" lvl="1">
              <a:lnSpc>
                <a:spcPts val="3225"/>
              </a:lnSpc>
              <a:buAutoNum type="arabicPeriod" startAt="1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Output summary is displayed</a:t>
            </a:r>
          </a:p>
          <a:p>
            <a:pPr algn="l" marL="497477" indent="-248738" lvl="1">
              <a:lnSpc>
                <a:spcPts val="3225"/>
              </a:lnSpc>
              <a:buAutoNum type="arabicPeriod" startAt="1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Filtered CSV file is generated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7565" y="706347"/>
            <a:ext cx="1330629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</a:pPr>
            <a:r>
              <a:rPr lang="en-US" b="true" sz="6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INPUT DATASET AND PROMPT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7919" y="2136705"/>
            <a:ext cx="10372163" cy="284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Left Side: Sample CSV Data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TransactionID | Customer | Amount | Category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T101                 | Rahul    | 5000   | Groceries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T102                 | Priya    | 15000  | Electronics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T103                 | Amit     | 22000  | Furniture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T104                 | Sneha    | 8000   | Clothing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T105                 | Karan    | 12500  | Travel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57919" y="5550480"/>
            <a:ext cx="10372163" cy="243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Right Side: Natural Language Prompt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Write a Python function that: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1. Reads data from transactions.csv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2. Filters transactions above Rs10000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3. Prints filtered transactions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4. Displays summary statistics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7565" y="706347"/>
            <a:ext cx="1330629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</a:pPr>
            <a:r>
              <a:rPr lang="en-US" b="true" sz="6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GENERATED PYTHON FUNCTION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57919" y="3454572"/>
            <a:ext cx="10372163" cy="5287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def process_transactions():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import pandas as pd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df = pd.read_csv("transactions.csv")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filtered_df = df[df["Amount"] &gt; 10000]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print(filtered_df)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print("Total Transactions:", len(filtered_df))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   print("Total Amount:", filtered_df["Amount"].sum())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process_transactions()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1253" y="2198542"/>
            <a:ext cx="9546312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The generated function automatically processes the CSV file and produces the required output.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57565" y="706347"/>
            <a:ext cx="1330629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0"/>
              </a:lnSpc>
            </a:pPr>
            <a:r>
              <a:rPr lang="en-US" b="true" sz="6000">
                <a:solidFill>
                  <a:srgbClr val="034697"/>
                </a:solidFill>
                <a:latin typeface="Futura Bold"/>
                <a:ea typeface="Futura Bold"/>
                <a:cs typeface="Futura Bold"/>
                <a:sym typeface="Futura Bold"/>
              </a:rPr>
              <a:t>OUTPUT AND 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24633" y="1729030"/>
            <a:ext cx="10372163" cy="324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Filtered Transactions Above Rs10000: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T102  Priya   15000  Electronics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T103  Amit    22000  Furniture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T105  Karan   12500  Travel</a:t>
            </a:r>
          </a:p>
          <a:p>
            <a:pPr algn="l">
              <a:lnSpc>
                <a:spcPts val="3225"/>
              </a:lnSpc>
            </a:pP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Total Transactions: 3</a:t>
            </a:r>
          </a:p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Total Amount: 49500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24633" y="5434483"/>
            <a:ext cx="10372163" cy="243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Conclusion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Successfully generated Python code using StarCoder2-3B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Automated CSV transaction analysis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Demonstrated AI-assisted code generation</a:t>
            </a:r>
          </a:p>
          <a:p>
            <a:pPr algn="l" marL="497477" indent="-248738" lvl="1">
              <a:lnSpc>
                <a:spcPts val="3225"/>
              </a:lnSpc>
              <a:buFont typeface="Arial"/>
              <a:buChar char="•"/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Generated filtered CSV output file automatically</a:t>
            </a:r>
          </a:p>
          <a:p>
            <a:pPr algn="l">
              <a:lnSpc>
                <a:spcPts val="3225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824633" y="8222984"/>
            <a:ext cx="10372163" cy="804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4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This project demonstrates the practical use of generative AI for automated data processing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DAHJt2bEr4A</dc:identifier>
  <dcterms:modified xsi:type="dcterms:W3CDTF">2011-08-01T06:04:30Z</dcterms:modified>
  <cp:revision>1</cp:revision>
  <dc:title>AI-Based Data Processing using StarCoder2-3B</dc:title>
</cp:coreProperties>
</file>